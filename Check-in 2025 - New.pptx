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84" r:id="rId5"/>
    <p:sldId id="285" r:id="rId6"/>
    <p:sldId id="286" r:id="rId7"/>
    <p:sldId id="287" r:id="rId8"/>
    <p:sldId id="288" r:id="rId9"/>
    <p:sldId id="289" r:id="rId10"/>
    <p:sldId id="290" r:id="rId11"/>
    <p:sldId id="291" r:id="rId12"/>
    <p:sldId id="29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3694" y="1855051"/>
            <a:ext cx="9144000" cy="2387600"/>
          </a:xfrm>
        </p:spPr>
        <p:txBody>
          <a:bodyPr anchor="b">
            <a:noAutofit/>
          </a:bodyPr>
          <a:lstStyle>
            <a:lvl1pPr algn="ctr">
              <a:defRPr sz="8800">
                <a:solidFill>
                  <a:schemeClr val="bg1"/>
                </a:solidFill>
              </a:defRPr>
            </a:lvl1pPr>
          </a:lstStyle>
          <a:p>
            <a:r>
              <a:rPr lang="en-US"/>
              <a:t>Presentation Name</a:t>
            </a:r>
          </a:p>
        </p:txBody>
      </p:sp>
      <p:pic>
        <p:nvPicPr>
          <p:cNvPr id="7" name="Picture 6">
            <a:extLst>
              <a:ext uri="{FF2B5EF4-FFF2-40B4-BE49-F238E27FC236}">
                <a16:creationId xmlns:a16="http://schemas.microsoft.com/office/drawing/2014/main" id="{01487546-F1C9-FD40-B19A-04E93509F0EB}"/>
              </a:ext>
            </a:extLst>
          </p:cNvPr>
          <p:cNvPicPr>
            <a:picLocks noChangeAspect="1"/>
          </p:cNvPicPr>
          <p:nvPr userDrawn="1"/>
        </p:nvPicPr>
        <p:blipFill>
          <a:blip r:embed="rId2"/>
          <a:stretch>
            <a:fillRect/>
          </a:stretch>
        </p:blipFill>
        <p:spPr>
          <a:xfrm>
            <a:off x="4596788" y="5501194"/>
            <a:ext cx="2997812" cy="863902"/>
          </a:xfrm>
          <a:prstGeom prst="rect">
            <a:avLst/>
          </a:prstGeom>
        </p:spPr>
      </p:pic>
      <p:cxnSp>
        <p:nvCxnSpPr>
          <p:cNvPr id="8" name="Straight Connector 7">
            <a:extLst>
              <a:ext uri="{FF2B5EF4-FFF2-40B4-BE49-F238E27FC236}">
                <a16:creationId xmlns:a16="http://schemas.microsoft.com/office/drawing/2014/main" id="{4CB48F46-0D63-CE4B-A877-5D1339DE3A3D}"/>
              </a:ext>
            </a:extLst>
          </p:cNvPr>
          <p:cNvCxnSpPr>
            <a:cxnSpLocks/>
          </p:cNvCxnSpPr>
          <p:nvPr userDrawn="1"/>
        </p:nvCxnSpPr>
        <p:spPr>
          <a:xfrm>
            <a:off x="945777" y="4813307"/>
            <a:ext cx="10246658" cy="0"/>
          </a:xfrm>
          <a:prstGeom prst="line">
            <a:avLst/>
          </a:prstGeom>
          <a:ln w="88900" cap="sq">
            <a:solidFill>
              <a:schemeClr val="bg1"/>
            </a:solidFill>
            <a:round/>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F060A341-6CF2-8240-AD81-0EAA0B5D75E7}"/>
              </a:ext>
            </a:extLst>
          </p:cNvPr>
          <p:cNvCxnSpPr>
            <a:cxnSpLocks/>
          </p:cNvCxnSpPr>
          <p:nvPr userDrawn="1"/>
        </p:nvCxnSpPr>
        <p:spPr>
          <a:xfrm>
            <a:off x="945776" y="1386732"/>
            <a:ext cx="10246658" cy="0"/>
          </a:xfrm>
          <a:prstGeom prst="line">
            <a:avLst/>
          </a:prstGeom>
          <a:ln w="88900" cap="sq">
            <a:solidFill>
              <a:schemeClr val="bg1"/>
            </a:solidFill>
            <a:round/>
          </a:ln>
        </p:spPr>
        <p:style>
          <a:lnRef idx="3">
            <a:schemeClr val="accent2"/>
          </a:lnRef>
          <a:fillRef idx="0">
            <a:schemeClr val="accent2"/>
          </a:fillRef>
          <a:effectRef idx="2">
            <a:schemeClr val="accent2"/>
          </a:effectRef>
          <a:fontRef idx="minor">
            <a:schemeClr val="tx1"/>
          </a:fontRef>
        </p:style>
      </p:cxnSp>
      <p:sp>
        <p:nvSpPr>
          <p:cNvPr id="13" name="Text Placeholder 12"/>
          <p:cNvSpPr>
            <a:spLocks noGrp="1"/>
          </p:cNvSpPr>
          <p:nvPr>
            <p:ph type="body" sz="quarter" idx="10" hasCustomPrompt="1"/>
          </p:nvPr>
        </p:nvSpPr>
        <p:spPr>
          <a:xfrm>
            <a:off x="945776" y="918414"/>
            <a:ext cx="4502150" cy="303849"/>
          </a:xfrm>
        </p:spPr>
        <p:txBody>
          <a:bodyPr>
            <a:normAutofit/>
          </a:bodyPr>
          <a:lstStyle>
            <a:lvl1pPr marL="0" indent="0">
              <a:buNone/>
              <a:defRPr sz="1800" baseline="0">
                <a:solidFill>
                  <a:schemeClr val="bg1"/>
                </a:solidFill>
              </a:defRPr>
            </a:lvl1pPr>
          </a:lstStyle>
          <a:p>
            <a:pPr lvl="0"/>
            <a:r>
              <a:rPr lang="en-US"/>
              <a:t>PRESENTED BY</a:t>
            </a:r>
          </a:p>
        </p:txBody>
      </p:sp>
      <p:sp>
        <p:nvSpPr>
          <p:cNvPr id="16" name="Content Placeholder 15"/>
          <p:cNvSpPr>
            <a:spLocks noGrp="1"/>
          </p:cNvSpPr>
          <p:nvPr>
            <p:ph sz="quarter" idx="11" hasCustomPrompt="1"/>
          </p:nvPr>
        </p:nvSpPr>
        <p:spPr>
          <a:xfrm>
            <a:off x="9903628" y="988100"/>
            <a:ext cx="1288806" cy="296295"/>
          </a:xfrm>
        </p:spPr>
        <p:txBody>
          <a:bodyPr>
            <a:normAutofit/>
          </a:bodyPr>
          <a:lstStyle>
            <a:lvl1pPr marL="0" indent="0">
              <a:buNone/>
              <a:defRPr sz="1800">
                <a:solidFill>
                  <a:schemeClr val="bg1"/>
                </a:solidFill>
              </a:defRPr>
            </a:lvl1pPr>
          </a:lstStyle>
          <a:p>
            <a:pPr lvl="0"/>
            <a:r>
              <a:rPr lang="en-US"/>
              <a:t>DATE</a:t>
            </a:r>
          </a:p>
        </p:txBody>
      </p:sp>
    </p:spTree>
    <p:extLst>
      <p:ext uri="{BB962C8B-B14F-4D97-AF65-F5344CB8AC3E}">
        <p14:creationId xmlns:p14="http://schemas.microsoft.com/office/powerpoint/2010/main" val="266456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3694" y="1855051"/>
            <a:ext cx="9144000" cy="2387600"/>
          </a:xfrm>
        </p:spPr>
        <p:txBody>
          <a:bodyPr anchor="b">
            <a:noAutofit/>
          </a:bodyPr>
          <a:lstStyle>
            <a:lvl1pPr algn="ctr">
              <a:defRPr sz="8800">
                <a:solidFill>
                  <a:schemeClr val="bg1"/>
                </a:solidFill>
              </a:defRPr>
            </a:lvl1pPr>
          </a:lstStyle>
          <a:p>
            <a:r>
              <a:rPr lang="en-US"/>
              <a:t>Presentation Name</a:t>
            </a:r>
          </a:p>
        </p:txBody>
      </p:sp>
      <p:pic>
        <p:nvPicPr>
          <p:cNvPr id="7" name="Picture 6">
            <a:extLst>
              <a:ext uri="{FF2B5EF4-FFF2-40B4-BE49-F238E27FC236}">
                <a16:creationId xmlns:a16="http://schemas.microsoft.com/office/drawing/2014/main" id="{01487546-F1C9-FD40-B19A-04E93509F0EB}"/>
              </a:ext>
            </a:extLst>
          </p:cNvPr>
          <p:cNvPicPr>
            <a:picLocks noChangeAspect="1"/>
          </p:cNvPicPr>
          <p:nvPr userDrawn="1"/>
        </p:nvPicPr>
        <p:blipFill>
          <a:blip r:embed="rId2"/>
          <a:stretch>
            <a:fillRect/>
          </a:stretch>
        </p:blipFill>
        <p:spPr>
          <a:xfrm>
            <a:off x="4596788" y="5501194"/>
            <a:ext cx="2997812" cy="863902"/>
          </a:xfrm>
          <a:prstGeom prst="rect">
            <a:avLst/>
          </a:prstGeom>
        </p:spPr>
      </p:pic>
      <p:cxnSp>
        <p:nvCxnSpPr>
          <p:cNvPr id="8" name="Straight Connector 7">
            <a:extLst>
              <a:ext uri="{FF2B5EF4-FFF2-40B4-BE49-F238E27FC236}">
                <a16:creationId xmlns:a16="http://schemas.microsoft.com/office/drawing/2014/main" id="{4CB48F46-0D63-CE4B-A877-5D1339DE3A3D}"/>
              </a:ext>
            </a:extLst>
          </p:cNvPr>
          <p:cNvCxnSpPr>
            <a:cxnSpLocks/>
          </p:cNvCxnSpPr>
          <p:nvPr userDrawn="1"/>
        </p:nvCxnSpPr>
        <p:spPr>
          <a:xfrm>
            <a:off x="945777" y="4813307"/>
            <a:ext cx="10246658" cy="0"/>
          </a:xfrm>
          <a:prstGeom prst="line">
            <a:avLst/>
          </a:prstGeom>
          <a:ln w="88900" cap="sq">
            <a:solidFill>
              <a:schemeClr val="bg1"/>
            </a:solidFill>
            <a:round/>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F060A341-6CF2-8240-AD81-0EAA0B5D75E7}"/>
              </a:ext>
            </a:extLst>
          </p:cNvPr>
          <p:cNvCxnSpPr>
            <a:cxnSpLocks/>
          </p:cNvCxnSpPr>
          <p:nvPr userDrawn="1"/>
        </p:nvCxnSpPr>
        <p:spPr>
          <a:xfrm>
            <a:off x="945776" y="1386732"/>
            <a:ext cx="10246658" cy="0"/>
          </a:xfrm>
          <a:prstGeom prst="line">
            <a:avLst/>
          </a:prstGeom>
          <a:ln w="88900" cap="sq">
            <a:solidFill>
              <a:schemeClr val="bg1"/>
            </a:solidFill>
            <a:round/>
          </a:ln>
        </p:spPr>
        <p:style>
          <a:lnRef idx="3">
            <a:schemeClr val="accent2"/>
          </a:lnRef>
          <a:fillRef idx="0">
            <a:schemeClr val="accent2"/>
          </a:fillRef>
          <a:effectRef idx="2">
            <a:schemeClr val="accent2"/>
          </a:effectRef>
          <a:fontRef idx="minor">
            <a:schemeClr val="tx1"/>
          </a:fontRef>
        </p:style>
      </p:cxnSp>
      <p:sp>
        <p:nvSpPr>
          <p:cNvPr id="13" name="Text Placeholder 12"/>
          <p:cNvSpPr>
            <a:spLocks noGrp="1"/>
          </p:cNvSpPr>
          <p:nvPr>
            <p:ph type="body" sz="quarter" idx="10" hasCustomPrompt="1"/>
          </p:nvPr>
        </p:nvSpPr>
        <p:spPr>
          <a:xfrm>
            <a:off x="945776" y="918414"/>
            <a:ext cx="4502150" cy="303849"/>
          </a:xfrm>
        </p:spPr>
        <p:txBody>
          <a:bodyPr>
            <a:normAutofit/>
          </a:bodyPr>
          <a:lstStyle>
            <a:lvl1pPr marL="0" indent="0">
              <a:buNone/>
              <a:defRPr sz="1800" baseline="0">
                <a:solidFill>
                  <a:schemeClr val="bg1"/>
                </a:solidFill>
              </a:defRPr>
            </a:lvl1pPr>
          </a:lstStyle>
          <a:p>
            <a:pPr lvl="0"/>
            <a:r>
              <a:rPr lang="en-US"/>
              <a:t>PRESENTED BY</a:t>
            </a:r>
          </a:p>
        </p:txBody>
      </p:sp>
      <p:sp>
        <p:nvSpPr>
          <p:cNvPr id="16" name="Content Placeholder 15"/>
          <p:cNvSpPr>
            <a:spLocks noGrp="1"/>
          </p:cNvSpPr>
          <p:nvPr>
            <p:ph sz="quarter" idx="11" hasCustomPrompt="1"/>
          </p:nvPr>
        </p:nvSpPr>
        <p:spPr>
          <a:xfrm>
            <a:off x="9903628" y="988100"/>
            <a:ext cx="1288806" cy="296295"/>
          </a:xfrm>
        </p:spPr>
        <p:txBody>
          <a:bodyPr>
            <a:normAutofit/>
          </a:bodyPr>
          <a:lstStyle>
            <a:lvl1pPr marL="0" indent="0">
              <a:buNone/>
              <a:defRPr sz="1800">
                <a:solidFill>
                  <a:schemeClr val="bg1"/>
                </a:solidFill>
              </a:defRPr>
            </a:lvl1pPr>
          </a:lstStyle>
          <a:p>
            <a:pPr lvl="0"/>
            <a:r>
              <a:rPr lang="en-US"/>
              <a:t>DATE</a:t>
            </a:r>
          </a:p>
        </p:txBody>
      </p:sp>
    </p:spTree>
    <p:extLst>
      <p:ext uri="{BB962C8B-B14F-4D97-AF65-F5344CB8AC3E}">
        <p14:creationId xmlns:p14="http://schemas.microsoft.com/office/powerpoint/2010/main" val="3809246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5973" y="365126"/>
            <a:ext cx="10927827" cy="1070396"/>
          </a:xfrm>
        </p:spPr>
        <p:txBody>
          <a:bodyPr/>
          <a:lstStyle>
            <a:lvl1pPr>
              <a:defRPr b="1"/>
            </a:lvl1pPr>
          </a:lstStyle>
          <a:p>
            <a:r>
              <a:rPr lang="en-US"/>
              <a:t>Headline</a:t>
            </a:r>
          </a:p>
        </p:txBody>
      </p:sp>
      <p:sp>
        <p:nvSpPr>
          <p:cNvPr id="3" name="Content Placeholder 2"/>
          <p:cNvSpPr>
            <a:spLocks noGrp="1"/>
          </p:cNvSpPr>
          <p:nvPr>
            <p:ph idx="1"/>
          </p:nvPr>
        </p:nvSpPr>
        <p:spPr>
          <a:xfrm>
            <a:off x="838200" y="2016368"/>
            <a:ext cx="10515600" cy="4060913"/>
          </a:xfrm>
        </p:spPr>
        <p:txBody>
          <a:bodyPr/>
          <a:lstStyle>
            <a:lvl1pPr marL="0" indent="0">
              <a:buNone/>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25973" y="6356350"/>
            <a:ext cx="4380489" cy="325805"/>
          </a:xfrm>
          <a:prstGeom prst="rect">
            <a:avLst/>
          </a:prstGeom>
        </p:spPr>
        <p:txBody>
          <a:bodyPr/>
          <a:lstStyle/>
          <a:p>
            <a:r>
              <a:rPr lang="en-US"/>
              <a:t>PRESENTATION NAME l DATE</a:t>
            </a:r>
          </a:p>
        </p:txBody>
      </p:sp>
      <p:sp>
        <p:nvSpPr>
          <p:cNvPr id="6" name="Slide Number Placeholder 5"/>
          <p:cNvSpPr>
            <a:spLocks noGrp="1"/>
          </p:cNvSpPr>
          <p:nvPr>
            <p:ph type="sldNum" sz="quarter" idx="12"/>
          </p:nvPr>
        </p:nvSpPr>
        <p:spPr>
          <a:xfrm>
            <a:off x="11116407" y="6298375"/>
            <a:ext cx="474785" cy="325804"/>
          </a:xfrm>
          <a:prstGeom prst="rect">
            <a:avLst/>
          </a:prstGeom>
        </p:spPr>
        <p:txBody>
          <a:bodyPr/>
          <a:lstStyle/>
          <a:p>
            <a:fld id="{0D83D62C-1E25-4909-9E88-28329C264CE2}" type="slidenum">
              <a:rPr lang="en-US" smtClean="0"/>
              <a:t>‹#›</a:t>
            </a:fld>
            <a:endParaRPr lang="en-US"/>
          </a:p>
        </p:txBody>
      </p:sp>
      <p:cxnSp>
        <p:nvCxnSpPr>
          <p:cNvPr id="7" name="Straight Connector 6">
            <a:extLst>
              <a:ext uri="{FF2B5EF4-FFF2-40B4-BE49-F238E27FC236}">
                <a16:creationId xmlns:a16="http://schemas.microsoft.com/office/drawing/2014/main" id="{B1171882-E30F-2E4B-B15E-61D0334E3F3A}"/>
              </a:ext>
            </a:extLst>
          </p:cNvPr>
          <p:cNvCxnSpPr>
            <a:cxnSpLocks/>
          </p:cNvCxnSpPr>
          <p:nvPr userDrawn="1"/>
        </p:nvCxnSpPr>
        <p:spPr>
          <a:xfrm flipV="1">
            <a:off x="461141" y="1688123"/>
            <a:ext cx="11261936" cy="75643"/>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flipV="1">
            <a:off x="425973" y="6201507"/>
            <a:ext cx="11261936" cy="75643"/>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45266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3941" y="364915"/>
            <a:ext cx="5218741" cy="1070396"/>
          </a:xfrm>
        </p:spPr>
        <p:txBody>
          <a:bodyPr/>
          <a:lstStyle>
            <a:lvl1pPr>
              <a:defRPr b="1"/>
            </a:lvl1pPr>
          </a:lstStyle>
          <a:p>
            <a:r>
              <a:rPr lang="en-US"/>
              <a:t>Headline</a:t>
            </a:r>
          </a:p>
        </p:txBody>
      </p:sp>
      <p:sp>
        <p:nvSpPr>
          <p:cNvPr id="3" name="Content Placeholder 2"/>
          <p:cNvSpPr>
            <a:spLocks noGrp="1"/>
          </p:cNvSpPr>
          <p:nvPr>
            <p:ph idx="1"/>
          </p:nvPr>
        </p:nvSpPr>
        <p:spPr>
          <a:xfrm>
            <a:off x="425973" y="2140594"/>
            <a:ext cx="5630968" cy="4060913"/>
          </a:xfrm>
        </p:spPr>
        <p:txBody>
          <a:bodyPr/>
          <a:lstStyle>
            <a:lvl1pPr marL="0" indent="0">
              <a:buNone/>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25973" y="6392219"/>
            <a:ext cx="3968262" cy="325805"/>
          </a:xfrm>
          <a:prstGeom prst="rect">
            <a:avLst/>
          </a:prstGeom>
        </p:spPr>
        <p:txBody>
          <a:bodyPr/>
          <a:lstStyle/>
          <a:p>
            <a:r>
              <a:rPr lang="en-US"/>
              <a:t>PRESENTATION NAME l DATE</a:t>
            </a:r>
          </a:p>
        </p:txBody>
      </p:sp>
      <p:sp>
        <p:nvSpPr>
          <p:cNvPr id="6" name="Slide Number Placeholder 5"/>
          <p:cNvSpPr>
            <a:spLocks noGrp="1"/>
          </p:cNvSpPr>
          <p:nvPr>
            <p:ph type="sldNum" sz="quarter" idx="12"/>
          </p:nvPr>
        </p:nvSpPr>
        <p:spPr>
          <a:xfrm>
            <a:off x="11248903" y="6388435"/>
            <a:ext cx="474785" cy="325804"/>
          </a:xfrm>
          <a:prstGeom prst="rect">
            <a:avLst/>
          </a:prstGeom>
        </p:spPr>
        <p:txBody>
          <a:bodyPr/>
          <a:lstStyle/>
          <a:p>
            <a:fld id="{0D83D62C-1E25-4909-9E88-28329C264CE2}" type="slidenum">
              <a:rPr lang="en-US" smtClean="0"/>
              <a:t>‹#›</a:t>
            </a:fld>
            <a:endParaRPr lang="en-US"/>
          </a:p>
        </p:txBody>
      </p:sp>
      <p:cxnSp>
        <p:nvCxnSpPr>
          <p:cNvPr id="7" name="Straight Connector 6">
            <a:extLst>
              <a:ext uri="{FF2B5EF4-FFF2-40B4-BE49-F238E27FC236}">
                <a16:creationId xmlns:a16="http://schemas.microsoft.com/office/drawing/2014/main" id="{B1171882-E30F-2E4B-B15E-61D0334E3F3A}"/>
              </a:ext>
            </a:extLst>
          </p:cNvPr>
          <p:cNvCxnSpPr>
            <a:cxnSpLocks/>
          </p:cNvCxnSpPr>
          <p:nvPr userDrawn="1"/>
        </p:nvCxnSpPr>
        <p:spPr>
          <a:xfrm>
            <a:off x="425973" y="1779296"/>
            <a:ext cx="5637943" cy="1378"/>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a:off x="425973" y="6277151"/>
            <a:ext cx="11297715" cy="39424"/>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8" name="Table Placeholder 7"/>
          <p:cNvSpPr>
            <a:spLocks noGrp="1"/>
          </p:cNvSpPr>
          <p:nvPr>
            <p:ph type="tbl" sz="quarter" idx="13"/>
          </p:nvPr>
        </p:nvSpPr>
        <p:spPr>
          <a:xfrm>
            <a:off x="6753225" y="900113"/>
            <a:ext cx="4970463" cy="5301394"/>
          </a:xfrm>
        </p:spPr>
        <p:txBody>
          <a:bodyPr/>
          <a:lstStyle/>
          <a:p>
            <a:endParaRPr lang="en-US"/>
          </a:p>
        </p:txBody>
      </p:sp>
    </p:spTree>
    <p:extLst>
      <p:ext uri="{BB962C8B-B14F-4D97-AF65-F5344CB8AC3E}">
        <p14:creationId xmlns:p14="http://schemas.microsoft.com/office/powerpoint/2010/main" val="111868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09901" y="364915"/>
            <a:ext cx="5218741" cy="1070396"/>
          </a:xfrm>
        </p:spPr>
        <p:txBody>
          <a:bodyPr/>
          <a:lstStyle>
            <a:lvl1pPr>
              <a:defRPr b="1"/>
            </a:lvl1pPr>
          </a:lstStyle>
          <a:p>
            <a:r>
              <a:rPr lang="en-US"/>
              <a:t>Headline</a:t>
            </a:r>
          </a:p>
        </p:txBody>
      </p:sp>
      <p:sp>
        <p:nvSpPr>
          <p:cNvPr id="3" name="Content Placeholder 2"/>
          <p:cNvSpPr>
            <a:spLocks noGrp="1"/>
          </p:cNvSpPr>
          <p:nvPr>
            <p:ph idx="1"/>
          </p:nvPr>
        </p:nvSpPr>
        <p:spPr>
          <a:xfrm>
            <a:off x="6509901" y="2044342"/>
            <a:ext cx="5301983" cy="4060913"/>
          </a:xfrm>
        </p:spPr>
        <p:txBody>
          <a:bodyPr/>
          <a:lstStyle>
            <a:lvl1pPr marL="0" indent="0">
              <a:buNone/>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6521933" y="6392219"/>
            <a:ext cx="3968262" cy="325805"/>
          </a:xfrm>
          <a:prstGeom prst="rect">
            <a:avLst/>
          </a:prstGeom>
        </p:spPr>
        <p:txBody>
          <a:bodyPr/>
          <a:lstStyle/>
          <a:p>
            <a:r>
              <a:rPr lang="en-US"/>
              <a:t>PRESENTATION NAME l DATE</a:t>
            </a:r>
          </a:p>
        </p:txBody>
      </p:sp>
      <p:sp>
        <p:nvSpPr>
          <p:cNvPr id="6" name="Slide Number Placeholder 5"/>
          <p:cNvSpPr>
            <a:spLocks noGrp="1"/>
          </p:cNvSpPr>
          <p:nvPr>
            <p:ph type="sldNum" sz="quarter" idx="12"/>
          </p:nvPr>
        </p:nvSpPr>
        <p:spPr>
          <a:xfrm>
            <a:off x="11337099" y="6388482"/>
            <a:ext cx="474785" cy="325804"/>
          </a:xfrm>
          <a:prstGeom prst="rect">
            <a:avLst/>
          </a:prstGeom>
        </p:spPr>
        <p:txBody>
          <a:bodyPr/>
          <a:lstStyle/>
          <a:p>
            <a:fld id="{0D83D62C-1E25-4909-9E88-28329C264CE2}" type="slidenum">
              <a:rPr lang="en-US" smtClean="0"/>
              <a:t>‹#›</a:t>
            </a:fld>
            <a:endParaRPr lang="en-US"/>
          </a:p>
        </p:txBody>
      </p: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a:off x="6521933" y="6224337"/>
            <a:ext cx="5297971" cy="0"/>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17" name="Slide Number Placeholder 5"/>
          <p:cNvSpPr txBox="1">
            <a:spLocks/>
          </p:cNvSpPr>
          <p:nvPr userDrawn="1"/>
        </p:nvSpPr>
        <p:spPr>
          <a:xfrm>
            <a:off x="11297031" y="6693235"/>
            <a:ext cx="474785" cy="3258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9" name="Straight Connector 18">
            <a:extLst>
              <a:ext uri="{FF2B5EF4-FFF2-40B4-BE49-F238E27FC236}">
                <a16:creationId xmlns:a16="http://schemas.microsoft.com/office/drawing/2014/main" id="{B1171882-E30F-2E4B-B15E-61D0334E3F3A}"/>
              </a:ext>
            </a:extLst>
          </p:cNvPr>
          <p:cNvCxnSpPr>
            <a:cxnSpLocks/>
          </p:cNvCxnSpPr>
          <p:nvPr userDrawn="1"/>
        </p:nvCxnSpPr>
        <p:spPr>
          <a:xfrm>
            <a:off x="6513913" y="1756611"/>
            <a:ext cx="5297971" cy="0"/>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11" name="Rectangle 10">
            <a:extLst>
              <a:ext uri="{FF2B5EF4-FFF2-40B4-BE49-F238E27FC236}">
                <a16:creationId xmlns:a16="http://schemas.microsoft.com/office/drawing/2014/main" id="{64FBCB88-9116-104F-8BA7-489D8990FE97}"/>
              </a:ext>
            </a:extLst>
          </p:cNvPr>
          <p:cNvSpPr/>
          <p:nvPr userDrawn="1"/>
        </p:nvSpPr>
        <p:spPr>
          <a:xfrm>
            <a:off x="-31530" y="0"/>
            <a:ext cx="60875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p:cNvSpPr>
            <a:spLocks noGrp="1"/>
          </p:cNvSpPr>
          <p:nvPr>
            <p:ph type="pic" sz="quarter" idx="14"/>
          </p:nvPr>
        </p:nvSpPr>
        <p:spPr>
          <a:xfrm>
            <a:off x="1780591" y="2261873"/>
            <a:ext cx="1941512" cy="1812925"/>
          </a:xfrm>
        </p:spPr>
        <p:txBody>
          <a:bodyPr/>
          <a:lstStyle/>
          <a:p>
            <a:endParaRPr lang="en-US"/>
          </a:p>
        </p:txBody>
      </p:sp>
    </p:spTree>
    <p:extLst>
      <p:ext uri="{BB962C8B-B14F-4D97-AF65-F5344CB8AC3E}">
        <p14:creationId xmlns:p14="http://schemas.microsoft.com/office/powerpoint/2010/main" val="269941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3941" y="364915"/>
            <a:ext cx="5218741" cy="1070396"/>
          </a:xfrm>
        </p:spPr>
        <p:txBody>
          <a:bodyPr/>
          <a:lstStyle>
            <a:lvl1pPr>
              <a:defRPr b="1"/>
            </a:lvl1pPr>
          </a:lstStyle>
          <a:p>
            <a:r>
              <a:rPr lang="en-US"/>
              <a:t>Headline</a:t>
            </a:r>
          </a:p>
        </p:txBody>
      </p:sp>
      <p:sp>
        <p:nvSpPr>
          <p:cNvPr id="3" name="Content Placeholder 2"/>
          <p:cNvSpPr>
            <a:spLocks noGrp="1"/>
          </p:cNvSpPr>
          <p:nvPr>
            <p:ph idx="1"/>
          </p:nvPr>
        </p:nvSpPr>
        <p:spPr>
          <a:xfrm>
            <a:off x="413941" y="2044342"/>
            <a:ext cx="5301983" cy="4060913"/>
          </a:xfrm>
        </p:spPr>
        <p:txBody>
          <a:bodyPr/>
          <a:lstStyle>
            <a:lvl1pPr marL="0" indent="0">
              <a:buNone/>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25973" y="6392219"/>
            <a:ext cx="3968262" cy="325805"/>
          </a:xfrm>
          <a:prstGeom prst="rect">
            <a:avLst/>
          </a:prstGeom>
        </p:spPr>
        <p:txBody>
          <a:bodyPr/>
          <a:lstStyle/>
          <a:p>
            <a:r>
              <a:rPr lang="en-US"/>
              <a:t>PRESENTATION NAME l DATE</a:t>
            </a:r>
          </a:p>
        </p:txBody>
      </p:sp>
      <p:sp>
        <p:nvSpPr>
          <p:cNvPr id="6" name="Slide Number Placeholder 5"/>
          <p:cNvSpPr>
            <a:spLocks noGrp="1"/>
          </p:cNvSpPr>
          <p:nvPr>
            <p:ph type="sldNum" sz="quarter" idx="12"/>
          </p:nvPr>
        </p:nvSpPr>
        <p:spPr>
          <a:xfrm>
            <a:off x="5241139" y="6388482"/>
            <a:ext cx="474785" cy="325804"/>
          </a:xfrm>
          <a:prstGeom prst="rect">
            <a:avLst/>
          </a:prstGeom>
        </p:spPr>
        <p:txBody>
          <a:bodyPr/>
          <a:lstStyle/>
          <a:p>
            <a:fld id="{0D83D62C-1E25-4909-9E88-28329C264CE2}" type="slidenum">
              <a:rPr lang="en-US" smtClean="0"/>
              <a:t>‹#›</a:t>
            </a:fld>
            <a:endParaRPr lang="en-US"/>
          </a:p>
        </p:txBody>
      </p: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a:off x="425973" y="6224337"/>
            <a:ext cx="5297971" cy="0"/>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17" name="Slide Number Placeholder 5"/>
          <p:cNvSpPr txBox="1">
            <a:spLocks/>
          </p:cNvSpPr>
          <p:nvPr userDrawn="1"/>
        </p:nvSpPr>
        <p:spPr>
          <a:xfrm>
            <a:off x="11553703" y="6693235"/>
            <a:ext cx="474785" cy="3258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Picture Placeholder 12"/>
          <p:cNvSpPr>
            <a:spLocks noGrp="1"/>
          </p:cNvSpPr>
          <p:nvPr>
            <p:ph type="pic" sz="quarter" idx="13"/>
          </p:nvPr>
        </p:nvSpPr>
        <p:spPr>
          <a:xfrm>
            <a:off x="6369050" y="0"/>
            <a:ext cx="5822950" cy="6858000"/>
          </a:xfrm>
        </p:spPr>
        <p:txBody>
          <a:bodyPr/>
          <a:lstStyle/>
          <a:p>
            <a:endParaRPr lang="en-US"/>
          </a:p>
        </p:txBody>
      </p:sp>
      <p:pic>
        <p:nvPicPr>
          <p:cNvPr id="18" name="Picture 17">
            <a:extLst>
              <a:ext uri="{FF2B5EF4-FFF2-40B4-BE49-F238E27FC236}">
                <a16:creationId xmlns:a16="http://schemas.microsoft.com/office/drawing/2014/main" id="{0688C1D9-12DC-5A44-8F90-E7314F68B7EA}"/>
              </a:ext>
            </a:extLst>
          </p:cNvPr>
          <p:cNvPicPr>
            <a:picLocks noChangeAspect="1"/>
          </p:cNvPicPr>
          <p:nvPr userDrawn="1"/>
        </p:nvPicPr>
        <p:blipFill>
          <a:blip r:embed="rId2"/>
          <a:stretch>
            <a:fillRect/>
          </a:stretch>
        </p:blipFill>
        <p:spPr>
          <a:xfrm>
            <a:off x="6127530" y="0"/>
            <a:ext cx="6096000" cy="6858000"/>
          </a:xfrm>
          <a:prstGeom prst="rect">
            <a:avLst/>
          </a:prstGeom>
        </p:spPr>
      </p:pic>
      <p:cxnSp>
        <p:nvCxnSpPr>
          <p:cNvPr id="19" name="Straight Connector 18">
            <a:extLst>
              <a:ext uri="{FF2B5EF4-FFF2-40B4-BE49-F238E27FC236}">
                <a16:creationId xmlns:a16="http://schemas.microsoft.com/office/drawing/2014/main" id="{B1171882-E30F-2E4B-B15E-61D0334E3F3A}"/>
              </a:ext>
            </a:extLst>
          </p:cNvPr>
          <p:cNvCxnSpPr>
            <a:cxnSpLocks/>
          </p:cNvCxnSpPr>
          <p:nvPr userDrawn="1"/>
        </p:nvCxnSpPr>
        <p:spPr>
          <a:xfrm>
            <a:off x="417953" y="1756611"/>
            <a:ext cx="5297971" cy="0"/>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48252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3941" y="364915"/>
            <a:ext cx="11309747" cy="1070396"/>
          </a:xfrm>
        </p:spPr>
        <p:txBody>
          <a:bodyPr/>
          <a:lstStyle>
            <a:lvl1pPr>
              <a:defRPr b="1"/>
            </a:lvl1pPr>
          </a:lstStyle>
          <a:p>
            <a:r>
              <a:rPr lang="en-US"/>
              <a:t>Headline</a:t>
            </a:r>
          </a:p>
        </p:txBody>
      </p:sp>
      <p:sp>
        <p:nvSpPr>
          <p:cNvPr id="5" name="Footer Placeholder 4"/>
          <p:cNvSpPr>
            <a:spLocks noGrp="1"/>
          </p:cNvSpPr>
          <p:nvPr>
            <p:ph type="ftr" sz="quarter" idx="11"/>
          </p:nvPr>
        </p:nvSpPr>
        <p:spPr>
          <a:xfrm>
            <a:off x="425973" y="6392219"/>
            <a:ext cx="3968262" cy="325805"/>
          </a:xfrm>
          <a:prstGeom prst="rect">
            <a:avLst/>
          </a:prstGeom>
        </p:spPr>
        <p:txBody>
          <a:bodyPr/>
          <a:lstStyle/>
          <a:p>
            <a:r>
              <a:rPr lang="en-US"/>
              <a:t>PRESENTATION NAME l DATE</a:t>
            </a:r>
          </a:p>
        </p:txBody>
      </p:sp>
      <p:sp>
        <p:nvSpPr>
          <p:cNvPr id="6" name="Slide Number Placeholder 5"/>
          <p:cNvSpPr>
            <a:spLocks noGrp="1"/>
          </p:cNvSpPr>
          <p:nvPr>
            <p:ph type="sldNum" sz="quarter" idx="12"/>
          </p:nvPr>
        </p:nvSpPr>
        <p:spPr>
          <a:xfrm>
            <a:off x="11248903" y="6388435"/>
            <a:ext cx="474785" cy="325804"/>
          </a:xfrm>
          <a:prstGeom prst="rect">
            <a:avLst/>
          </a:prstGeom>
        </p:spPr>
        <p:txBody>
          <a:bodyPr/>
          <a:lstStyle/>
          <a:p>
            <a:fld id="{0D83D62C-1E25-4909-9E88-28329C264CE2}" type="slidenum">
              <a:rPr lang="en-US" smtClean="0"/>
              <a:t>‹#›</a:t>
            </a:fld>
            <a:endParaRPr lang="en-US"/>
          </a:p>
        </p:txBody>
      </p: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a:off x="425973" y="6277151"/>
            <a:ext cx="11297715" cy="39424"/>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8" name="Table Placeholder 7"/>
          <p:cNvSpPr>
            <a:spLocks noGrp="1"/>
          </p:cNvSpPr>
          <p:nvPr>
            <p:ph type="tbl" sz="quarter" idx="13"/>
          </p:nvPr>
        </p:nvSpPr>
        <p:spPr>
          <a:xfrm>
            <a:off x="413941" y="1659571"/>
            <a:ext cx="11309747" cy="4541936"/>
          </a:xfrm>
        </p:spPr>
        <p:txBody>
          <a:bodyPr/>
          <a:lstStyle/>
          <a:p>
            <a:endParaRPr lang="en-US"/>
          </a:p>
        </p:txBody>
      </p:sp>
    </p:spTree>
    <p:extLst>
      <p:ext uri="{BB962C8B-B14F-4D97-AF65-F5344CB8AC3E}">
        <p14:creationId xmlns:p14="http://schemas.microsoft.com/office/powerpoint/2010/main" val="2492843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5973" y="802106"/>
            <a:ext cx="11309747" cy="5069305"/>
          </a:xfrm>
        </p:spPr>
        <p:txBody>
          <a:bodyPr>
            <a:normAutofit/>
          </a:bodyPr>
          <a:lstStyle>
            <a:lvl1pPr algn="ctr">
              <a:defRPr sz="8800" b="1" baseline="0">
                <a:solidFill>
                  <a:schemeClr val="bg1"/>
                </a:solidFill>
              </a:defRPr>
            </a:lvl1pPr>
          </a:lstStyle>
          <a:p>
            <a:r>
              <a:rPr lang="en-US"/>
              <a:t>Large Text Only Slide</a:t>
            </a:r>
          </a:p>
        </p:txBody>
      </p:sp>
      <p:sp>
        <p:nvSpPr>
          <p:cNvPr id="5" name="Footer Placeholder 4"/>
          <p:cNvSpPr>
            <a:spLocks noGrp="1"/>
          </p:cNvSpPr>
          <p:nvPr>
            <p:ph type="ftr" sz="quarter" idx="11"/>
          </p:nvPr>
        </p:nvSpPr>
        <p:spPr>
          <a:xfrm>
            <a:off x="425973" y="6392219"/>
            <a:ext cx="3968262" cy="325805"/>
          </a:xfrm>
          <a:prstGeom prst="rect">
            <a:avLst/>
          </a:prstGeom>
        </p:spPr>
        <p:txBody>
          <a:bodyPr/>
          <a:lstStyle>
            <a:lvl1pPr>
              <a:defRPr>
                <a:solidFill>
                  <a:schemeClr val="bg1"/>
                </a:solidFill>
              </a:defRPr>
            </a:lvl1pPr>
          </a:lstStyle>
          <a:p>
            <a:r>
              <a:rPr lang="en-US"/>
              <a:t>PRESENTATION NAME l DATE</a:t>
            </a:r>
          </a:p>
        </p:txBody>
      </p:sp>
      <p:sp>
        <p:nvSpPr>
          <p:cNvPr id="6" name="Slide Number Placeholder 5"/>
          <p:cNvSpPr>
            <a:spLocks noGrp="1"/>
          </p:cNvSpPr>
          <p:nvPr>
            <p:ph type="sldNum" sz="quarter" idx="12"/>
          </p:nvPr>
        </p:nvSpPr>
        <p:spPr>
          <a:xfrm>
            <a:off x="11248903" y="6388435"/>
            <a:ext cx="474785" cy="325804"/>
          </a:xfrm>
          <a:prstGeom prst="rect">
            <a:avLst/>
          </a:prstGeom>
        </p:spPr>
        <p:txBody>
          <a:bodyPr/>
          <a:lstStyle>
            <a:lvl1pPr>
              <a:defRPr>
                <a:solidFill>
                  <a:schemeClr val="bg1"/>
                </a:solidFill>
              </a:defRPr>
            </a:lvl1pPr>
          </a:lstStyle>
          <a:p>
            <a:fld id="{0D83D62C-1E25-4909-9E88-28329C264CE2}" type="slidenum">
              <a:rPr lang="en-US" smtClean="0"/>
              <a:pPr/>
              <a:t>‹#›</a:t>
            </a:fld>
            <a:endParaRPr lang="en-US"/>
          </a:p>
        </p:txBody>
      </p:sp>
      <p:cxnSp>
        <p:nvCxnSpPr>
          <p:cNvPr id="9" name="Straight Connector 8">
            <a:extLst>
              <a:ext uri="{FF2B5EF4-FFF2-40B4-BE49-F238E27FC236}">
                <a16:creationId xmlns:a16="http://schemas.microsoft.com/office/drawing/2014/main" id="{B1171882-E30F-2E4B-B15E-61D0334E3F3A}"/>
              </a:ext>
            </a:extLst>
          </p:cNvPr>
          <p:cNvCxnSpPr>
            <a:cxnSpLocks/>
          </p:cNvCxnSpPr>
          <p:nvPr userDrawn="1"/>
        </p:nvCxnSpPr>
        <p:spPr>
          <a:xfrm>
            <a:off x="425973" y="6180899"/>
            <a:ext cx="11297715" cy="39424"/>
          </a:xfrm>
          <a:prstGeom prst="line">
            <a:avLst/>
          </a:prstGeom>
          <a:ln w="38100">
            <a:solidFill>
              <a:schemeClr val="bg1"/>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1834006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73689" y="2298104"/>
            <a:ext cx="8190246" cy="2193755"/>
          </a:xfrm>
        </p:spPr>
        <p:txBody>
          <a:bodyPr>
            <a:normAutofit/>
          </a:bodyPr>
          <a:lstStyle>
            <a:lvl1pPr algn="ctr">
              <a:defRPr sz="6600" b="1" baseline="0">
                <a:solidFill>
                  <a:schemeClr val="bg1"/>
                </a:solidFill>
              </a:defRPr>
            </a:lvl1pPr>
          </a:lstStyle>
          <a:p>
            <a:r>
              <a:rPr lang="en-US"/>
              <a:t>Section Break Slide</a:t>
            </a:r>
          </a:p>
        </p:txBody>
      </p:sp>
      <p:cxnSp>
        <p:nvCxnSpPr>
          <p:cNvPr id="7" name="Straight Connector 6">
            <a:extLst>
              <a:ext uri="{FF2B5EF4-FFF2-40B4-BE49-F238E27FC236}">
                <a16:creationId xmlns:a16="http://schemas.microsoft.com/office/drawing/2014/main" id="{26A195D7-6644-0941-B6CE-6E3B2EDF9BE6}"/>
              </a:ext>
            </a:extLst>
          </p:cNvPr>
          <p:cNvCxnSpPr>
            <a:cxnSpLocks/>
          </p:cNvCxnSpPr>
          <p:nvPr userDrawn="1"/>
        </p:nvCxnSpPr>
        <p:spPr>
          <a:xfrm>
            <a:off x="2013974" y="1860592"/>
            <a:ext cx="8109679" cy="0"/>
          </a:xfrm>
          <a:prstGeom prst="line">
            <a:avLst/>
          </a:prstGeom>
          <a:ln w="104775">
            <a:solidFill>
              <a:schemeClr val="bg1">
                <a:alpha val="60000"/>
              </a:schemeClr>
            </a:solidFill>
          </a:ln>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07818F22-72C5-CE4D-99AC-08AD6D01FBD4}"/>
              </a:ext>
            </a:extLst>
          </p:cNvPr>
          <p:cNvCxnSpPr>
            <a:cxnSpLocks/>
          </p:cNvCxnSpPr>
          <p:nvPr userDrawn="1"/>
        </p:nvCxnSpPr>
        <p:spPr>
          <a:xfrm>
            <a:off x="2013973" y="4929370"/>
            <a:ext cx="8109679" cy="0"/>
          </a:xfrm>
          <a:prstGeom prst="line">
            <a:avLst/>
          </a:prstGeom>
          <a:ln w="104775">
            <a:solidFill>
              <a:schemeClr val="bg1">
                <a:alpha val="60000"/>
              </a:schemeClr>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3372759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EA481CD-40FA-8C4F-9B31-030AF3E552CE}"/>
              </a:ext>
            </a:extLst>
          </p:cNvPr>
          <p:cNvPicPr>
            <a:picLocks noChangeAspect="1"/>
          </p:cNvPicPr>
          <p:nvPr userDrawn="1"/>
        </p:nvPicPr>
        <p:blipFill>
          <a:blip r:embed="rId2"/>
          <a:stretch>
            <a:fillRect/>
          </a:stretch>
        </p:blipFill>
        <p:spPr>
          <a:xfrm>
            <a:off x="-8804" y="0"/>
            <a:ext cx="12179300" cy="6858000"/>
          </a:xfrm>
          <a:prstGeom prst="rect">
            <a:avLst/>
          </a:prstGeom>
        </p:spPr>
      </p:pic>
      <p:sp>
        <p:nvSpPr>
          <p:cNvPr id="2" name="Title 1"/>
          <p:cNvSpPr>
            <a:spLocks noGrp="1"/>
          </p:cNvSpPr>
          <p:nvPr>
            <p:ph type="title" hasCustomPrompt="1"/>
          </p:nvPr>
        </p:nvSpPr>
        <p:spPr>
          <a:xfrm>
            <a:off x="425973" y="802106"/>
            <a:ext cx="11309747" cy="5069305"/>
          </a:xfrm>
        </p:spPr>
        <p:txBody>
          <a:bodyPr>
            <a:normAutofit/>
          </a:bodyPr>
          <a:lstStyle>
            <a:lvl1pPr algn="ctr">
              <a:defRPr sz="6600" b="1" baseline="0">
                <a:solidFill>
                  <a:schemeClr val="bg1"/>
                </a:solidFill>
              </a:defRPr>
            </a:lvl1pPr>
          </a:lstStyle>
          <a:p>
            <a:r>
              <a:rPr lang="en-US"/>
              <a:t>Large Text Only Slide</a:t>
            </a:r>
          </a:p>
        </p:txBody>
      </p:sp>
    </p:spTree>
    <p:extLst>
      <p:ext uri="{BB962C8B-B14F-4D97-AF65-F5344CB8AC3E}">
        <p14:creationId xmlns:p14="http://schemas.microsoft.com/office/powerpoint/2010/main" val="269066027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96114D-C212-7D4D-8CB9-D9F1B2C8B27E}"/>
              </a:ext>
            </a:extLst>
          </p:cNvPr>
          <p:cNvPicPr>
            <a:picLocks noChangeAspect="1"/>
          </p:cNvPicPr>
          <p:nvPr userDrawn="1"/>
        </p:nvPicPr>
        <p:blipFill>
          <a:blip r:embed="rId2"/>
          <a:stretch>
            <a:fillRect/>
          </a:stretch>
        </p:blipFill>
        <p:spPr>
          <a:xfrm>
            <a:off x="0" y="0"/>
            <a:ext cx="12185904" cy="6858000"/>
          </a:xfrm>
          <a:prstGeom prst="rect">
            <a:avLst/>
          </a:prstGeom>
        </p:spPr>
      </p:pic>
      <p:sp>
        <p:nvSpPr>
          <p:cNvPr id="5" name="Rounded Rectangle 4">
            <a:extLst>
              <a:ext uri="{FF2B5EF4-FFF2-40B4-BE49-F238E27FC236}">
                <a16:creationId xmlns:a16="http://schemas.microsoft.com/office/drawing/2014/main" id="{3E3A17DB-C750-6C48-BD9E-81BAED07A994}"/>
              </a:ext>
            </a:extLst>
          </p:cNvPr>
          <p:cNvSpPr/>
          <p:nvPr userDrawn="1"/>
        </p:nvSpPr>
        <p:spPr>
          <a:xfrm>
            <a:off x="2811185" y="2494127"/>
            <a:ext cx="6858388" cy="175745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2811186" y="2735179"/>
            <a:ext cx="6858388" cy="1387642"/>
          </a:xfrm>
        </p:spPr>
        <p:txBody>
          <a:bodyPr>
            <a:normAutofit/>
          </a:bodyPr>
          <a:lstStyle>
            <a:lvl1pPr algn="ctr">
              <a:defRPr sz="4800" b="1" baseline="0">
                <a:solidFill>
                  <a:schemeClr val="tx1"/>
                </a:solidFill>
              </a:defRPr>
            </a:lvl1pPr>
          </a:lstStyle>
          <a:p>
            <a:r>
              <a:rPr lang="en-US"/>
              <a:t>Page Break Slide</a:t>
            </a:r>
          </a:p>
        </p:txBody>
      </p:sp>
    </p:spTree>
    <p:extLst>
      <p:ext uri="{BB962C8B-B14F-4D97-AF65-F5344CB8AC3E}">
        <p14:creationId xmlns:p14="http://schemas.microsoft.com/office/powerpoint/2010/main" val="294382106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0"/>
            <a:ext cx="11216640" cy="757255"/>
          </a:xfrm>
        </p:spPr>
        <p:txBody>
          <a:bodyPr>
            <a:noAutofit/>
          </a:bodyPr>
          <a:lstStyle>
            <a:lvl1pPr marL="0" indent="0">
              <a:buNone/>
              <a:defRPr sz="1941"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cxnSp>
        <p:nvCxnSpPr>
          <p:cNvPr id="4" name="Straight Connector 3"/>
          <p:cNvCxnSpPr/>
          <p:nvPr userDrawn="1"/>
        </p:nvCxnSpPr>
        <p:spPr>
          <a:xfrm>
            <a:off x="0" y="874674"/>
            <a:ext cx="12192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22111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0" i="0">
                <a:solidFill>
                  <a:schemeClr val="bg1"/>
                </a:solidFill>
                <a:latin typeface="Century Gothic" panose="020B0502020202020204" pitchFamily="34" charset="0"/>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34306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8489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1071403160"/>
              </p:ext>
            </p:extLst>
          </p:nvPr>
        </p:nvGraphicFramePr>
        <p:xfrm>
          <a:off x="558071" y="1374938"/>
          <a:ext cx="11075857" cy="5424377"/>
        </p:xfrm>
        <a:graphic>
          <a:graphicData uri="http://schemas.openxmlformats.org/drawingml/2006/table">
            <a:tbl>
              <a:tblPr firstRow="1" bandRow="1">
                <a:tableStyleId>{5C22544A-7EE6-4342-B048-85BDC9FD1C3A}</a:tableStyleId>
              </a:tblPr>
              <a:tblGrid>
                <a:gridCol w="350303">
                  <a:extLst>
                    <a:ext uri="{9D8B030D-6E8A-4147-A177-3AD203B41FA5}">
                      <a16:colId xmlns:a16="http://schemas.microsoft.com/office/drawing/2014/main" val="252941413"/>
                    </a:ext>
                  </a:extLst>
                </a:gridCol>
                <a:gridCol w="3145466">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latin typeface="Open Sans"/>
                          <a:ea typeface="Open Sans"/>
                          <a:cs typeface="Open Sans"/>
                        </a:rPr>
                        <a:t>Be</a:t>
                      </a:r>
                      <a:r>
                        <a:rPr lang="en-US" sz="1200" baseline="0" dirty="0">
                          <a:latin typeface="Open Sans"/>
                          <a:ea typeface="Open Sans"/>
                          <a:cs typeface="Open Sans"/>
                        </a:rPr>
                        <a:t> Prepared to Answer the Following:</a:t>
                      </a:r>
                      <a:endParaRPr lang="en-US" sz="1200" dirty="0">
                        <a:latin typeface="Open Sans"/>
                        <a:ea typeface="Open Sans"/>
                        <a:cs typeface="Open Sans"/>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dirty="0">
                          <a:latin typeface="Open Sans"/>
                          <a:ea typeface="Open Sans"/>
                          <a:cs typeface="Open Sans"/>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dirty="0">
                          <a:solidFill>
                            <a:schemeClr val="tx1"/>
                          </a:solidFill>
                          <a:latin typeface="Open Sans"/>
                          <a:ea typeface="Open Sans"/>
                          <a:cs typeface="Open Sans"/>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dirty="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effectLst/>
                        </a:rPr>
                        <a:t>My primary focus is to quickly gain a deep understanding of the mainframe environment and to understand the team dynamics, processes, and current challenges. </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dirty="0">
                          <a:solidFill>
                            <a:schemeClr val="tx1"/>
                          </a:solidFill>
                          <a:latin typeface="Open Sans"/>
                          <a:ea typeface="Open Sans"/>
                          <a:cs typeface="Open Sans"/>
                        </a:rPr>
                        <a:t>What are your two most important recent outcomes / results</a:t>
                      </a:r>
                      <a:r>
                        <a:rPr lang="en-US" sz="1200" b="1" baseline="0" dirty="0">
                          <a:solidFill>
                            <a:schemeClr val="tx1"/>
                          </a:solidFill>
                          <a:latin typeface="Open Sans"/>
                          <a:ea typeface="Open Sans"/>
                          <a:cs typeface="Open Sans"/>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AutoNum type="arabicPeriod"/>
                      </a:pPr>
                      <a:r>
                        <a:rPr lang="en-US" sz="1200" dirty="0"/>
                        <a:t>Successfully gained a solid understanding of the mainframe environment (LPAR layout, </a:t>
                      </a:r>
                      <a:r>
                        <a:rPr lang="en-US" sz="1200" dirty="0" err="1"/>
                        <a:t>sysplex</a:t>
                      </a:r>
                      <a:r>
                        <a:rPr lang="en-US" sz="1200" dirty="0"/>
                        <a:t> configuration, key subsystems, automation tools, and operational processes). </a:t>
                      </a:r>
                    </a:p>
                    <a:p>
                      <a:pPr marL="228600" indent="-228600">
                        <a:buAutoNum type="arabicPeriod"/>
                      </a:pPr>
                      <a:r>
                        <a:rPr lang="en-US" sz="1200" dirty="0"/>
                        <a:t>Built strong working relationships with the team – everyone has been very supportive, which has helped me quickly understand team dynamics, responsibilities, and collaboration flows.</a:t>
                      </a:r>
                      <a:endParaRPr lang="en-US" sz="1200" dirty="0">
                        <a:latin typeface="Open Sans"/>
                        <a:ea typeface="Open Sans"/>
                        <a:cs typeface="Open Sans"/>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Open Sans"/>
                          <a:ea typeface="Open Sans"/>
                          <a:cs typeface="Open Sans"/>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So far everything is going well – the team is very supportive and responsive whenever I have questions. No additional support is needed at this time. I appreciate the collaborative environment!</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latin typeface="Open Sans"/>
                          <a:ea typeface="Open Sans"/>
                          <a:cs typeface="Open Sans"/>
                        </a:rPr>
                        <a:t>On Track</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Open Sans"/>
                          <a:ea typeface="Open Sans"/>
                          <a:cs typeface="Open Sans"/>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Yes</a:t>
                      </a:r>
                      <a:endParaRPr lang="en-US" sz="1200" dirty="0">
                        <a:latin typeface="Open Sans"/>
                        <a:ea typeface="Open Sans"/>
                        <a:cs typeface="Open Sans"/>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42043">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Open Sans"/>
                          <a:ea typeface="Open Sans"/>
                          <a:cs typeface="Open Sans"/>
                        </a:rPr>
                        <a:t>Development</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What do you enjoy most about your work?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latin typeface="Open Sans"/>
                          <a:ea typeface="Open Sans"/>
                          <a:cs typeface="Open Sans"/>
                        </a:rPr>
                        <a:t>Supportive team and Infrastructure</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677759548"/>
                  </a:ext>
                </a:extLst>
              </a:tr>
              <a:tr h="357631">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career aspirations?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My immediate aspiration is to fully integrate with the team, build strong working relationships, and become a reliable, go-to team member.</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help do you need to meet your career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Nothing specific at the moment – I’m well supported and have everything I need to focus on integrating with the team and contributing effectively.</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732831264"/>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a:ea typeface="Open Sans"/>
                          <a:cs typeface="Open Sans"/>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rtl="0" eaLnBrk="1" fontAlgn="auto" latinLnBrk="0" hangingPunct="1">
                        <a:lnSpc>
                          <a:spcPct val="100000"/>
                        </a:lnSpc>
                        <a:spcBef>
                          <a:spcPts val="0"/>
                        </a:spcBef>
                        <a:spcAft>
                          <a:spcPts val="0"/>
                        </a:spcAft>
                        <a:buClrTx/>
                        <a:buSzTx/>
                        <a:buFontTx/>
                        <a:buNone/>
                      </a:pPr>
                      <a:endParaRPr lang="en-US" sz="1200" b="1" kern="1200" dirty="0">
                        <a:solidFill>
                          <a:srgbClr val="575757"/>
                        </a:solidFill>
                        <a:latin typeface="Arial"/>
                        <a:ea typeface="+mn-ea"/>
                        <a:cs typeface="Arial"/>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50" b="1" i="0" u="none" strike="noStrike" kern="1200" cap="none" spc="0" normalizeH="0" baseline="0" noProof="0" dirty="0">
                <a:ln>
                  <a:noFill/>
                </a:ln>
                <a:solidFill>
                  <a:srgbClr val="003963"/>
                </a:solidFill>
                <a:effectLst/>
                <a:uLnTx/>
                <a:uFillTx/>
                <a:latin typeface="Open Sans"/>
                <a:ea typeface="Open Sans"/>
                <a:cs typeface="Open Sans"/>
              </a:rPr>
              <a:t>Employee Name:	</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nchor="t">
            <a:spAutoFit/>
          </a:bodyPr>
          <a:lstStyle/>
          <a:p>
            <a:pPr>
              <a:buSzPct val="25000"/>
              <a:defRPr/>
            </a:pPr>
            <a:r>
              <a:rPr kumimoji="0" lang="en-US" sz="1550" b="1" i="0" u="none" strike="noStrike" kern="1200" cap="none" spc="0" normalizeH="0" baseline="0" noProof="0" dirty="0">
                <a:ln>
                  <a:noFill/>
                </a:ln>
                <a:solidFill>
                  <a:srgbClr val="003963"/>
                </a:solidFill>
                <a:effectLst/>
                <a:uLnTx/>
                <a:uFillTx/>
                <a:latin typeface="Open Sans"/>
                <a:ea typeface="Open Sans"/>
                <a:cs typeface="Open Sans"/>
              </a:rPr>
              <a:t>Check-in Date: </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15123980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411907455"/>
              </p:ext>
            </p:extLst>
          </p:nvPr>
        </p:nvGraphicFramePr>
        <p:xfrm>
          <a:off x="558071" y="1413520"/>
          <a:ext cx="11075857" cy="4228570"/>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dirty="0">
                          <a:latin typeface="Open Sans"/>
                          <a:ea typeface="Open Sans"/>
                          <a:cs typeface="Open Sans"/>
                        </a:rPr>
                        <a:t>Be</a:t>
                      </a:r>
                      <a:r>
                        <a:rPr lang="en-US" sz="1200" baseline="0" dirty="0">
                          <a:latin typeface="Open Sans"/>
                          <a:ea typeface="Open Sans"/>
                          <a:cs typeface="Open Sans"/>
                        </a:rPr>
                        <a:t> Prepared to Answer the Following:</a:t>
                      </a:r>
                      <a:endParaRPr lang="en-US" sz="1200" dirty="0">
                        <a:latin typeface="Open Sans"/>
                        <a:ea typeface="Open Sans"/>
                        <a:cs typeface="Open Sans"/>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dirty="0">
                          <a:latin typeface="Open Sans"/>
                          <a:ea typeface="Open Sans"/>
                          <a:cs typeface="Open Sans"/>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dirty="0">
                          <a:solidFill>
                            <a:schemeClr val="tx1"/>
                          </a:solidFill>
                          <a:latin typeface="Open Sans"/>
                          <a:ea typeface="Open Sans"/>
                          <a:cs typeface="Open Sans"/>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dirty="0">
                          <a:solidFill>
                            <a:schemeClr val="tx1"/>
                          </a:solidFill>
                          <a:latin typeface="Open Sans"/>
                          <a:ea typeface="Open Sans"/>
                          <a:cs typeface="Open Sans"/>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a:ea typeface="Open Sans"/>
                          <a:cs typeface="Open Sans"/>
                        </a:rPr>
                        <a:t>To </a:t>
                      </a:r>
                      <a:r>
                        <a:rPr lang="en-US" sz="1200" dirty="0">
                          <a:effectLst/>
                        </a:rPr>
                        <a:t>Successfully install and configure Ansible for z/OS on the mainframe environment</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dirty="0">
                          <a:solidFill>
                            <a:schemeClr val="tx1"/>
                          </a:solidFill>
                          <a:latin typeface="Open Sans"/>
                          <a:ea typeface="Open Sans"/>
                          <a:cs typeface="Open Sans"/>
                        </a:rPr>
                        <a:t>What are your two most important recent outcomes / results</a:t>
                      </a:r>
                      <a:r>
                        <a:rPr lang="en-US" sz="1200" b="1" baseline="0" dirty="0">
                          <a:solidFill>
                            <a:schemeClr val="tx1"/>
                          </a:solidFill>
                          <a:latin typeface="Open Sans"/>
                          <a:ea typeface="Open Sans"/>
                          <a:cs typeface="Open Sans"/>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AutoNum type="arabicPeriod"/>
                      </a:pPr>
                      <a:r>
                        <a:rPr lang="en-US" sz="1200" kern="1200" dirty="0">
                          <a:solidFill>
                            <a:schemeClr val="dk1"/>
                          </a:solidFill>
                          <a:effectLst/>
                          <a:latin typeface="+mn-lt"/>
                          <a:ea typeface="+mn-ea"/>
                          <a:cs typeface="+mn-cs"/>
                        </a:rPr>
                        <a:t>Successfully completed the Ansible for Sandbox.</a:t>
                      </a:r>
                    </a:p>
                    <a:p>
                      <a:pPr marL="342900" indent="-342900">
                        <a:buAutoNum type="arabicPeriod"/>
                      </a:pPr>
                      <a:r>
                        <a:rPr lang="en-US" sz="1200" kern="1200" dirty="0">
                          <a:solidFill>
                            <a:schemeClr val="dk1"/>
                          </a:solidFill>
                          <a:effectLst/>
                          <a:latin typeface="+mn-lt"/>
                          <a:ea typeface="+mn-ea"/>
                          <a:cs typeface="+mn-cs"/>
                        </a:rPr>
                        <a:t>Upgraded Python to the latest z/OS-supported version as a prerequisite and currently progressing with </a:t>
                      </a:r>
                      <a:r>
                        <a:rPr lang="en-US" sz="1200" kern="1200" dirty="0" err="1">
                          <a:solidFill>
                            <a:schemeClr val="dk1"/>
                          </a:solidFill>
                          <a:effectLst/>
                          <a:latin typeface="+mn-lt"/>
                          <a:ea typeface="+mn-ea"/>
                          <a:cs typeface="+mn-cs"/>
                        </a:rPr>
                        <a:t>zopen</a:t>
                      </a:r>
                      <a:r>
                        <a:rPr lang="en-US" sz="1200" kern="1200" dirty="0">
                          <a:solidFill>
                            <a:schemeClr val="dk1"/>
                          </a:solidFill>
                          <a:effectLst/>
                          <a:latin typeface="+mn-lt"/>
                          <a:ea typeface="+mn-ea"/>
                          <a:cs typeface="+mn-cs"/>
                        </a:rPr>
                        <a:t> automation utilities </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1" dirty="0">
                          <a:solidFill>
                            <a:schemeClr val="tx1"/>
                          </a:solidFill>
                          <a:latin typeface="Open Sans"/>
                          <a:ea typeface="Open Sans"/>
                          <a:cs typeface="Open Sans"/>
                        </a:rPr>
                        <a:t>What support do you need to accomplish your goals?</a:t>
                      </a:r>
                      <a:endParaRPr lang="en-US" dirty="0"/>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At the moment, everything is good – I have all the required access, documentation, and support from the team. No additional help is needed right now.</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latin typeface="Open Sans"/>
                          <a:ea typeface="Open Sans"/>
                          <a:cs typeface="Open Sans"/>
                        </a:rPr>
                        <a:t>On Track</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Open Sans"/>
                          <a:ea typeface="Open Sans"/>
                          <a:cs typeface="Open Sans"/>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latin typeface="Open Sans"/>
                          <a:ea typeface="Open Sans"/>
                          <a:cs typeface="Open Sans"/>
                        </a:rPr>
                        <a:t>Yes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endParaRPr lang="en-US" dirty="0"/>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rgbClr val="575757"/>
                          </a:solidFill>
                          <a:latin typeface="Arial" panose="020B0604020202020204" pitchFamily="34" charset="0"/>
                          <a:ea typeface="+mn-ea"/>
                          <a:cs typeface="Arial" panose="020B0604020202020204" pitchFamily="34" charset="0"/>
                        </a:rPr>
                        <a:t>While I started looking on Ansible Configuration, Multiple components were not installed, I have installed them and created few playbooks. The basic playbook is working fine with minimal task like pinging mainframe and logging in to TSO. However, advance task are not working, hence I am working on the upgrading </a:t>
                      </a:r>
                      <a:r>
                        <a:rPr lang="en-US" sz="1200" b="1" kern="1200" dirty="0" err="1">
                          <a:solidFill>
                            <a:srgbClr val="575757"/>
                          </a:solidFill>
                          <a:latin typeface="Arial" panose="020B0604020202020204" pitchFamily="34" charset="0"/>
                          <a:ea typeface="+mn-ea"/>
                          <a:cs typeface="Arial" panose="020B0604020202020204" pitchFamily="34" charset="0"/>
                        </a:rPr>
                        <a:t>zOS</a:t>
                      </a:r>
                      <a:r>
                        <a:rPr lang="en-US" sz="1200" b="1" kern="1200" dirty="0">
                          <a:solidFill>
                            <a:srgbClr val="575757"/>
                          </a:solidFill>
                          <a:latin typeface="Arial" panose="020B0604020202020204" pitchFamily="34" charset="0"/>
                          <a:ea typeface="+mn-ea"/>
                          <a:cs typeface="Arial" panose="020B0604020202020204" pitchFamily="34" charset="0"/>
                        </a:rPr>
                        <a:t> Open Automation Utilities.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nchor="t">
            <a:spAutoFit/>
          </a:bodyPr>
          <a:lstStyle/>
          <a:p>
            <a:pPr>
              <a:buSzPct val="25000"/>
              <a:defRPr/>
            </a:pPr>
            <a:r>
              <a:rPr kumimoji="0" lang="en-US" sz="1550" b="1" i="0" u="none" strike="noStrike" kern="1200" cap="none" spc="0" normalizeH="0" baseline="0" noProof="0" dirty="0">
                <a:ln>
                  <a:noFill/>
                </a:ln>
                <a:solidFill>
                  <a:srgbClr val="003963"/>
                </a:solidFill>
                <a:effectLst/>
                <a:uLnTx/>
                <a:uFillTx/>
                <a:latin typeface="Open Sans"/>
                <a:ea typeface="Open Sans"/>
                <a:cs typeface="Open Sans"/>
              </a:rPr>
              <a:t>Employee Name:</a:t>
            </a:r>
            <a:r>
              <a:rPr lang="en-US" sz="1550" b="1" dirty="0">
                <a:solidFill>
                  <a:srgbClr val="003963"/>
                </a:solidFill>
                <a:latin typeface="Open Sans"/>
                <a:ea typeface="Open Sans"/>
                <a:cs typeface="Open Sans"/>
              </a:rPr>
              <a:t> </a:t>
            </a:r>
            <a:endPar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nchor="t">
            <a:spAutoFit/>
          </a:bodyPr>
          <a:lstStyle/>
          <a:p>
            <a:pPr>
              <a:buSzPct val="25000"/>
              <a:defRPr/>
            </a:pPr>
            <a:r>
              <a:rPr kumimoji="0" lang="en-US" sz="1550" b="1" i="0" u="none" strike="noStrike" kern="1200" cap="none" spc="0" normalizeH="0" baseline="0" noProof="0" dirty="0">
                <a:ln>
                  <a:noFill/>
                </a:ln>
                <a:solidFill>
                  <a:srgbClr val="003963"/>
                </a:solidFill>
                <a:effectLst/>
                <a:uLnTx/>
                <a:uFillTx/>
                <a:latin typeface="Open Sans"/>
                <a:ea typeface="Open Sans"/>
                <a:cs typeface="Open Sans"/>
              </a:rPr>
              <a:t>Check-in Date:</a:t>
            </a:r>
            <a:r>
              <a:rPr lang="en-US" sz="1550" b="1" dirty="0">
                <a:solidFill>
                  <a:srgbClr val="003963"/>
                </a:solidFill>
                <a:latin typeface="Open Sans"/>
                <a:ea typeface="Open Sans"/>
                <a:cs typeface="Open Sans"/>
              </a:rPr>
              <a:t> </a:t>
            </a:r>
            <a:endPar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194236848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360874259"/>
              </p:ext>
            </p:extLst>
          </p:nvPr>
        </p:nvGraphicFramePr>
        <p:xfrm>
          <a:off x="558071" y="1374938"/>
          <a:ext cx="11075857" cy="4700297"/>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dirty="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effectLst/>
                        </a:rPr>
                        <a:t>Yes – to help the DB2 team by reviewing, fixing, and stabilizing the THRDTERM REXX that cancels inactive DB2 threads.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effectLst/>
                        </a:rPr>
                        <a:t>Completed root-cause analysis of the THRDTERM failures (invalid SSID/LWID parsing at line 179).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effectLst/>
                        </a:rPr>
                        <a:t>2. Implemented and tested robust fixes: SSID validation, safe LWID parsing, better error handling and logging – no more abends in test runs.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All good at the moment – have required access and test JCL. Team is supportive.</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On Track – fixes tested successfully; Rolled out to production no issue reported.</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Yes – consistently applied Safety First (extensive testing), Integrity (transparent logging), Ownership (end-to-end fix), and One Team (close collaboration with DB2 and automation teams).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Fixed THRDTERM REXX abend at line 179 (caused by invalid SSID/LWID input)</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Added SSID validation, safe parsing, enhanced logging, and graceful error handling</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Fully tested with test JCL – no abends.</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Will eliminate manual thread cancels and improve DB2 stability once live</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323465967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654146192"/>
              </p:ext>
            </p:extLst>
          </p:nvPr>
        </p:nvGraphicFramePr>
        <p:xfrm>
          <a:off x="558071" y="1374938"/>
          <a:ext cx="11075857" cy="4235598"/>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Yes – to install and bring IBM Z Performance and Capacity Analytics (IZPCA) into our environment as a new tool for advanced SMF/RMF analytics and capacity reporting.</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effectLst/>
                        </a:rPr>
                        <a:t>Successfully installed IZPCA using z/OSMF (SMP/E apply, configuration, Db2 bindings).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effectLst/>
                        </a:rPr>
                        <a:t>Completed post-install verification – collector started, first data loaded into analytics database, dashboards accessible.</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All good at the moment – access and guidance provided. No further support needed.</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Open Sans" panose="020B0606030504020204" pitchFamily="34" charset="0"/>
                          <a:ea typeface="Open Sans" panose="020B0606030504020204" pitchFamily="34" charset="0"/>
                          <a:cs typeface="Open Sans" panose="020B0606030504020204" pitchFamily="34" charset="0"/>
                        </a:rPr>
                        <a:t>On Track - </a:t>
                      </a:r>
                      <a:r>
                        <a:rPr lang="en-US" sz="1200" dirty="0">
                          <a:effectLst/>
                        </a:rPr>
                        <a:t>Completed – IZPCA is installed, On Sandbox its accessible, Now working on configuring on Test LPAR.</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Yes – Safety First (test LPAR first), Ownership (end-to-end delivery), Integrity (full documentation), One Team (coordinated with DB2 and RACF).</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First-time IZPCA installation in our environment – completed via z/OSMF. Collector active, initial SMF data ingested started on sandbox. Now working on QMF and GDDM configuration on Test Plex.</a:t>
                      </a: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226181229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nvGraphicFramePr>
        <p:xfrm>
          <a:off x="558071" y="1374938"/>
          <a:ext cx="11075857" cy="4040251"/>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298674186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nvGraphicFramePr>
        <p:xfrm>
          <a:off x="558071" y="1374938"/>
          <a:ext cx="11075857" cy="4040251"/>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260785118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nvGraphicFramePr>
        <p:xfrm>
          <a:off x="558071" y="1374938"/>
          <a:ext cx="11075857" cy="4040251"/>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23849467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nvGraphicFramePr>
        <p:xfrm>
          <a:off x="558071" y="1374938"/>
          <a:ext cx="11075857" cy="4040251"/>
        </p:xfrm>
        <a:graphic>
          <a:graphicData uri="http://schemas.openxmlformats.org/drawingml/2006/table">
            <a:tbl>
              <a:tblPr firstRow="1" bandRow="1">
                <a:tableStyleId>{5C22544A-7EE6-4342-B048-85BDC9FD1C3A}</a:tableStyleId>
              </a:tblPr>
              <a:tblGrid>
                <a:gridCol w="346804">
                  <a:extLst>
                    <a:ext uri="{9D8B030D-6E8A-4147-A177-3AD203B41FA5}">
                      <a16:colId xmlns:a16="http://schemas.microsoft.com/office/drawing/2014/main" val="252941413"/>
                    </a:ext>
                  </a:extLst>
                </a:gridCol>
                <a:gridCol w="3148965">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357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lnT w="12700" cap="flat" cmpd="sng" algn="ctr">
                      <a:solidFill>
                        <a:schemeClr val="tx1"/>
                      </a:solidFill>
                      <a:prstDash val="solid"/>
                      <a:round/>
                      <a:headEnd type="none" w="med" len="med"/>
                      <a:tailEnd type="none" w="med" len="med"/>
                    </a:lnT>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23470213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p:cNvSpPr/>
          <p:nvPr/>
        </p:nvSpPr>
        <p:spPr>
          <a:xfrm>
            <a:off x="-16193" y="0"/>
            <a:ext cx="12208193" cy="878541"/>
          </a:xfrm>
          <a:prstGeom prst="flowChartProcess">
            <a:avLst/>
          </a:prstGeom>
          <a:solidFill>
            <a:srgbClr val="F8B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3" name="Table 2"/>
          <p:cNvGraphicFramePr>
            <a:graphicFrameLocks noGrp="1"/>
          </p:cNvGraphicFramePr>
          <p:nvPr/>
        </p:nvGraphicFramePr>
        <p:xfrm>
          <a:off x="558071" y="1374938"/>
          <a:ext cx="11075857" cy="4949271"/>
        </p:xfrm>
        <a:graphic>
          <a:graphicData uri="http://schemas.openxmlformats.org/drawingml/2006/table">
            <a:tbl>
              <a:tblPr firstRow="1" bandRow="1">
                <a:tableStyleId>{5C22544A-7EE6-4342-B048-85BDC9FD1C3A}</a:tableStyleId>
              </a:tblPr>
              <a:tblGrid>
                <a:gridCol w="350303">
                  <a:extLst>
                    <a:ext uri="{9D8B030D-6E8A-4147-A177-3AD203B41FA5}">
                      <a16:colId xmlns:a16="http://schemas.microsoft.com/office/drawing/2014/main" val="252941413"/>
                    </a:ext>
                  </a:extLst>
                </a:gridCol>
                <a:gridCol w="3145466">
                  <a:extLst>
                    <a:ext uri="{9D8B030D-6E8A-4147-A177-3AD203B41FA5}">
                      <a16:colId xmlns:a16="http://schemas.microsoft.com/office/drawing/2014/main" val="20000"/>
                    </a:ext>
                  </a:extLst>
                </a:gridCol>
                <a:gridCol w="7580088">
                  <a:extLst>
                    <a:ext uri="{9D8B030D-6E8A-4147-A177-3AD203B41FA5}">
                      <a16:colId xmlns:a16="http://schemas.microsoft.com/office/drawing/2014/main" val="20001"/>
                    </a:ext>
                  </a:extLst>
                </a:gridCol>
              </a:tblGrid>
              <a:tr h="442043">
                <a:tc>
                  <a:txBody>
                    <a:bodyPr/>
                    <a:lstStyle/>
                    <a:p>
                      <a:pPr algn="ctr"/>
                      <a:endParaRPr lang="en-US" sz="1200">
                        <a:latin typeface="Arial" panose="020B0604020202020204" pitchFamily="34" charset="0"/>
                        <a:cs typeface="Arial" panose="020B0604020202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a:latin typeface="Open Sans" panose="020B0606030504020204" pitchFamily="34" charset="0"/>
                          <a:ea typeface="Open Sans" panose="020B0606030504020204" pitchFamily="34" charset="0"/>
                          <a:cs typeface="Open Sans" panose="020B0606030504020204" pitchFamily="34" charset="0"/>
                        </a:rPr>
                        <a:t>Be</a:t>
                      </a:r>
                      <a:r>
                        <a:rPr lang="en-US" sz="1200" baseline="0">
                          <a:latin typeface="Open Sans" panose="020B0606030504020204" pitchFamily="34" charset="0"/>
                          <a:ea typeface="Open Sans" panose="020B0606030504020204" pitchFamily="34" charset="0"/>
                          <a:cs typeface="Open Sans" panose="020B0606030504020204" pitchFamily="34" charset="0"/>
                        </a:rPr>
                        <a:t> Prepared to Answer the Following:</a:t>
                      </a:r>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l"/>
                      <a:r>
                        <a:rPr lang="en-US" sz="1200">
                          <a:latin typeface="Open Sans" panose="020B0606030504020204" pitchFamily="34" charset="0"/>
                          <a:ea typeface="Open Sans" panose="020B0606030504020204" pitchFamily="34" charset="0"/>
                          <a:cs typeface="Open Sans" panose="020B0606030504020204" pitchFamily="34" charset="0"/>
                        </a:rPr>
                        <a:t>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42043">
                <a:tc rowSpan="5">
                  <a:txBody>
                    <a:bodyPr/>
                    <a:lstStyle/>
                    <a:p>
                      <a:pPr algn="ct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r>
                        <a:rPr lang="en-US" sz="1200" b="1" baseline="0" dirty="0">
                          <a:solidFill>
                            <a:schemeClr val="tx1"/>
                          </a:solidFill>
                          <a:latin typeface="Open Sans" panose="020B0606030504020204" pitchFamily="34" charset="0"/>
                          <a:ea typeface="Open Sans" panose="020B0606030504020204" pitchFamily="34" charset="0"/>
                          <a:cs typeface="Open Sans" panose="020B0606030504020204" pitchFamily="34" charset="0"/>
                        </a:rPr>
                        <a:t>Do you know what is expected of you?</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25682809"/>
                  </a:ext>
                </a:extLst>
              </a:tr>
              <a:tr h="442043">
                <a:tc vMerge="1">
                  <a:txBody>
                    <a:bodyPr/>
                    <a:lstStyle/>
                    <a:p>
                      <a:pPr algn="ctr"/>
                      <a:r>
                        <a:rPr lang="en-US" sz="1200" b="1" baseline="0">
                          <a:solidFill>
                            <a:schemeClr val="tx1"/>
                          </a:solidFill>
                          <a:latin typeface="Arial" panose="020B0604020202020204" pitchFamily="34" charset="0"/>
                          <a:cs typeface="Arial" panose="020B0604020202020204" pitchFamily="34" charset="0"/>
                        </a:rPr>
                        <a:t>Performance</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a:txBody>
                    <a:bodyPr/>
                    <a:lstStyle/>
                    <a:p>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two most important recent outcomes / results</a:t>
                      </a:r>
                      <a:r>
                        <a:rPr lang="en-US" sz="1200" b="1" baseline="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Open Sans" panose="020B0606030504020204" pitchFamily="34" charset="0"/>
                          <a:ea typeface="Open Sans" panose="020B0606030504020204" pitchFamily="34" charset="0"/>
                          <a:cs typeface="Open Sans" panose="020B0606030504020204" pitchFamily="34" charset="0"/>
                        </a:rPr>
                        <a:t>What support do you need to accomplish your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54193682"/>
                  </a:ext>
                </a:extLst>
              </a:tr>
              <a:tr h="442043">
                <a:tc vMerge="1">
                  <a:txBody>
                    <a:bodyPr/>
                    <a:lstStyle/>
                    <a:p>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vert="vert270">
                    <a:noFill/>
                  </a:tcPr>
                </a:tc>
                <a:tc>
                  <a:txBody>
                    <a:bodyPr/>
                    <a:lstStyle/>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is the status of your goals?</a:t>
                      </a:r>
                    </a:p>
                    <a:p>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On Track / Off Track?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rgbClr val="575757"/>
                        </a:solidFill>
                        <a:latin typeface="Arial" panose="020B0604020202020204" pitchFamily="34" charset="0"/>
                        <a:ea typeface="+mn-ea"/>
                        <a:cs typeface="Arial" panose="020B0604020202020204" pitchFamily="34" charset="0"/>
                      </a:endParaRPr>
                    </a:p>
                  </a:txBody>
                  <a:tcPr marL="88751" marR="88751" marT="44375" marB="44375" vert="vert27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How have you demonstrated the four Core Behaviors?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442043">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Open Sans" panose="020B0606030504020204" pitchFamily="34" charset="0"/>
                          <a:ea typeface="Open Sans" panose="020B0606030504020204" pitchFamily="34" charset="0"/>
                          <a:cs typeface="Open Sans" panose="020B0606030504020204" pitchFamily="34" charset="0"/>
                        </a:rPr>
                        <a:t>Development</a:t>
                      </a:r>
                    </a:p>
                  </a:txBody>
                  <a:tcPr marL="88751" marR="88751" marT="44375" marB="44375"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F1F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What do you enjoy most about your work?</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677759548"/>
                  </a:ext>
                </a:extLst>
              </a:tr>
              <a:tr h="357631">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are your career aspirations?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65273896"/>
                  </a:ext>
                </a:extLst>
              </a:tr>
              <a:tr h="442043">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What help do you need to meet your career goals?</a:t>
                      </a: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latin typeface="Open Sans" panose="020B0606030504020204" pitchFamily="34" charset="0"/>
                        <a:ea typeface="Open Sans" panose="020B0606030504020204" pitchFamily="34" charset="0"/>
                        <a:cs typeface="Open Sans" panose="020B0606030504020204" pitchFamily="34" charset="0"/>
                      </a:endParaRP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732831264"/>
                  </a:ext>
                </a:extLst>
              </a:tr>
              <a:tr h="264179">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bg1"/>
                          </a:solidFill>
                          <a:latin typeface="Open Sans" panose="020B0606030504020204" pitchFamily="34" charset="0"/>
                          <a:ea typeface="Open Sans" panose="020B0606030504020204" pitchFamily="34" charset="0"/>
                          <a:cs typeface="Open Sans" panose="020B0606030504020204" pitchFamily="34" charset="0"/>
                        </a:rPr>
                        <a:t>Additional Notes</a:t>
                      </a:r>
                    </a:p>
                  </a:txBody>
                  <a:tcPr marL="88751" marR="88751" marT="44375" marB="44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4178905648"/>
                  </a:ext>
                </a:extLst>
              </a:tr>
              <a:tr h="708864">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575757"/>
                        </a:solidFill>
                        <a:latin typeface="Arial" panose="020B0604020202020204" pitchFamily="34" charset="0"/>
                        <a:ea typeface="+mn-ea"/>
                        <a:cs typeface="Arial" panose="020B0604020202020204" pitchFamily="34" charset="0"/>
                      </a:endParaRPr>
                    </a:p>
                  </a:txBody>
                  <a:tcPr marL="88751" marR="88751" marT="44375" marB="443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DEF"/>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575757"/>
                        </a:solidFill>
                        <a:latin typeface="Arial" panose="020B0604020202020204" pitchFamily="34" charset="0"/>
                        <a:cs typeface="Arial" panose="020B0604020202020204" pitchFamily="34" charset="0"/>
                      </a:endParaRPr>
                    </a:p>
                  </a:txBody>
                  <a:tcPr marL="88751" marR="88751" marT="44375" marB="44375">
                    <a:noFill/>
                  </a:tcPr>
                </a:tc>
                <a:tc hMerge="1">
                  <a:txBody>
                    <a:bodyPr/>
                    <a:lstStyle/>
                    <a:p>
                      <a:endParaRPr lang="en-US" sz="1200">
                        <a:latin typeface="Arial" panose="020B0604020202020204" pitchFamily="34" charset="0"/>
                        <a:cs typeface="Arial" panose="020B0604020202020204" pitchFamily="34" charset="0"/>
                      </a:endParaRPr>
                    </a:p>
                  </a:txBody>
                  <a:tcPr marL="88751" marR="88751" marT="44375" marB="44375" anchor="ctr">
                    <a:solidFill>
                      <a:srgbClr val="EBEDEF"/>
                    </a:solidFill>
                  </a:tcPr>
                </a:tc>
                <a:extLst>
                  <a:ext uri="{0D108BD9-81ED-4DB2-BD59-A6C34878D82A}">
                    <a16:rowId xmlns:a16="http://schemas.microsoft.com/office/drawing/2014/main" val="2544369000"/>
                  </a:ext>
                </a:extLst>
              </a:tr>
            </a:tbl>
          </a:graphicData>
        </a:graphic>
      </p:graphicFrame>
      <p:sp>
        <p:nvSpPr>
          <p:cNvPr id="18" name="TextBox 17"/>
          <p:cNvSpPr txBox="1"/>
          <p:nvPr/>
        </p:nvSpPr>
        <p:spPr>
          <a:xfrm>
            <a:off x="475834" y="150815"/>
            <a:ext cx="10635187" cy="651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1165"/>
              </a:spcBef>
              <a:spcAft>
                <a:spcPts val="0"/>
              </a:spcAft>
              <a:buClrTx/>
              <a:buSzPct val="25000"/>
              <a:buFontTx/>
              <a:buNone/>
              <a:tabLst/>
              <a:defRPr/>
            </a:pPr>
            <a:r>
              <a:rPr kumimoji="0" lang="en-US" sz="4236"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Check-in Template</a:t>
            </a:r>
          </a:p>
        </p:txBody>
      </p:sp>
      <p:sp>
        <p:nvSpPr>
          <p:cNvPr id="20" name="TextBox 19"/>
          <p:cNvSpPr txBox="1"/>
          <p:nvPr/>
        </p:nvSpPr>
        <p:spPr>
          <a:xfrm>
            <a:off x="558071" y="1009706"/>
            <a:ext cx="6060375"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Employee Name:</a:t>
            </a:r>
          </a:p>
        </p:txBody>
      </p:sp>
      <p:sp>
        <p:nvSpPr>
          <p:cNvPr id="23" name="TextBox 22"/>
          <p:cNvSpPr txBox="1"/>
          <p:nvPr/>
        </p:nvSpPr>
        <p:spPr>
          <a:xfrm>
            <a:off x="941523" y="6433498"/>
            <a:ext cx="10308951"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25000"/>
              <a:buFontTx/>
              <a:buNone/>
              <a:tabLst/>
              <a:defRPr/>
            </a:pPr>
            <a:r>
              <a:rPr kumimoji="0" lang="en-US" sz="1200" b="0" i="1"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Use this document to drive your quarterly check-in conversations each year. Best Practice is to complete the check-in in Workday by using the “Add Topic” feature. Alternatively, this template can be attached to the Workday Check-in or Annual Performance Review. </a:t>
            </a:r>
          </a:p>
        </p:txBody>
      </p:sp>
      <p:sp>
        <p:nvSpPr>
          <p:cNvPr id="7" name="TextBox 6"/>
          <p:cNvSpPr txBox="1"/>
          <p:nvPr/>
        </p:nvSpPr>
        <p:spPr>
          <a:xfrm>
            <a:off x="6363246" y="993375"/>
            <a:ext cx="3463378" cy="24436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sz="1588" b="1" i="0" u="none" strike="noStrike" kern="1200" cap="none" spc="0" normalizeH="0" baseline="0" noProof="0" dirty="0">
                <a:ln>
                  <a:noFill/>
                </a:ln>
                <a:solidFill>
                  <a:srgbClr val="003963"/>
                </a:solidFill>
                <a:effectLst/>
                <a:uLnTx/>
                <a:uFillTx/>
                <a:latin typeface="Open Sans" panose="020B0606030504020204" pitchFamily="34" charset="0"/>
                <a:ea typeface="Open Sans" panose="020B0606030504020204" pitchFamily="34" charset="0"/>
                <a:cs typeface="Open Sans" panose="020B0606030504020204" pitchFamily="34" charset="0"/>
              </a:rPr>
              <a:t>Check-in Date:</a:t>
            </a:r>
          </a:p>
        </p:txBody>
      </p:sp>
      <p:pic>
        <p:nvPicPr>
          <p:cNvPr id="1026" name="Picture 2">
            <a:extLst>
              <a:ext uri="{FF2B5EF4-FFF2-40B4-BE49-F238E27FC236}">
                <a16:creationId xmlns:a16="http://schemas.microsoft.com/office/drawing/2014/main" id="{A1EFE43D-A66E-40FB-77C4-716CBFACB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6624" y="-58830"/>
            <a:ext cx="2365376" cy="1655763"/>
          </a:xfrm>
          <a:prstGeom prst="rect">
            <a:avLst/>
          </a:prstGeom>
          <a:noFill/>
          <a:ln>
            <a:noFill/>
          </a:ln>
          <a:effectLst/>
          <a:extLst>
            <a:ext uri="{909E8E84-426E-40DD-AFC4-6F175D3DCCD1}">
              <a14:hiddenFill xmlns:a14="http://schemas.microsoft.com/office/drawing/2010/main">
                <a:solidFill>
                  <a:srgbClr val="007297"/>
                </a:solidFill>
              </a14:hiddenFill>
            </a:ext>
            <a:ext uri="{91240B29-F687-4F45-9708-019B960494DF}">
              <a14:hiddenLine xmlns:a14="http://schemas.microsoft.com/office/drawing/2010/main" w="25400" algn="ctr">
                <a:solidFill>
                  <a:srgbClr val="183F5F"/>
                </a:solidFill>
                <a:miter lim="800000"/>
                <a:headEnd/>
                <a:tailEnd/>
              </a14:hiddenLine>
            </a:ext>
            <a:ext uri="{AF507438-7753-43E0-B8FC-AC1667EBCBE1}">
              <a14:hiddenEffects xmlns:a14="http://schemas.microsoft.com/office/drawing/2010/main">
                <a:effectLst>
                  <a:outerShdw dist="35921" dir="2700000" algn="ctr" rotWithShape="0">
                    <a:srgbClr val="183F5F"/>
                  </a:outerShdw>
                </a:effectLst>
              </a14:hiddenEffects>
            </a:ext>
          </a:extLst>
        </p:spPr>
      </p:pic>
    </p:spTree>
    <p:custDataLst>
      <p:tags r:id="rId1"/>
    </p:custDataLst>
    <p:extLst>
      <p:ext uri="{BB962C8B-B14F-4D97-AF65-F5344CB8AC3E}">
        <p14:creationId xmlns:p14="http://schemas.microsoft.com/office/powerpoint/2010/main" val="365287667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Custom 1">
      <a:dk1>
        <a:srgbClr val="003963"/>
      </a:dk1>
      <a:lt1>
        <a:sysClr val="window" lastClr="FFFFFF"/>
      </a:lt1>
      <a:dk2>
        <a:srgbClr val="008DD1"/>
      </a:dk2>
      <a:lt2>
        <a:srgbClr val="006D41"/>
      </a:lt2>
      <a:accent1>
        <a:srgbClr val="00A2E2"/>
      </a:accent1>
      <a:accent2>
        <a:srgbClr val="18AF60"/>
      </a:accent2>
      <a:accent3>
        <a:srgbClr val="9CD5BA"/>
      </a:accent3>
      <a:accent4>
        <a:srgbClr val="F7987D"/>
      </a:accent4>
      <a:accent5>
        <a:srgbClr val="FAC4B3"/>
      </a:accent5>
      <a:accent6>
        <a:srgbClr val="FFF689"/>
      </a:accent6>
      <a:hlink>
        <a:srgbClr val="003963"/>
      </a:hlink>
      <a:folHlink>
        <a:srgbClr val="008DD1"/>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1E7B5D849F924AA087A2CEDEF97382" ma:contentTypeVersion="32" ma:contentTypeDescription="Create a new document." ma:contentTypeScope="" ma:versionID="033cf3e5dddbef2b2c6be3f2e4adc40f">
  <xsd:schema xmlns:xsd="http://www.w3.org/2001/XMLSchema" xmlns:xs="http://www.w3.org/2001/XMLSchema" xmlns:p="http://schemas.microsoft.com/office/2006/metadata/properties" xmlns:ns2="975623d9-b402-4d5d-93ad-3794de7d17b7" xmlns:ns3="73df3aed-cd60-4586-958f-6304381b80a3" targetNamespace="http://schemas.microsoft.com/office/2006/metadata/properties" ma:root="true" ma:fieldsID="2f38c5a600e5c9a930c99e909fcbce99" ns2:_="" ns3:_="">
    <xsd:import namespace="975623d9-b402-4d5d-93ad-3794de7d17b7"/>
    <xsd:import namespace="73df3aed-cd60-4586-958f-6304381b80a3"/>
    <xsd:element name="properties">
      <xsd:complexType>
        <xsd:sequence>
          <xsd:element name="documentManagement">
            <xsd:complexType>
              <xsd:all>
                <xsd:element ref="ns2:SharedWithUsers" minOccurs="0"/>
                <xsd:element ref="ns3:MediaServiceMetadata" minOccurs="0"/>
                <xsd:element ref="ns3:MediaServiceFastMetadata" minOccurs="0"/>
                <xsd:element ref="ns3:MediaServiceObjectDetectorVersions" minOccurs="0"/>
                <xsd:element ref="ns3:MediaServiceSearchPropertie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5623d9-b402-4d5d-93ad-3794de7d17b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3df3aed-cd60-4586-958f-6304381b80a3"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975623d9-b402-4d5d-93ad-3794de7d17b7">
      <UserInfo>
        <DisplayName/>
        <AccountId xsi:nil="true"/>
        <AccountType/>
      </UserInfo>
    </SharedWithUsers>
  </documentManagement>
</p:properties>
</file>

<file path=customXml/itemProps1.xml><?xml version="1.0" encoding="utf-8"?>
<ds:datastoreItem xmlns:ds="http://schemas.openxmlformats.org/officeDocument/2006/customXml" ds:itemID="{76FC1EA6-B018-4133-8BEA-EAF38869BE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5623d9-b402-4d5d-93ad-3794de7d17b7"/>
    <ds:schemaRef ds:uri="73df3aed-cd60-4586-958f-6304381b80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226D99-A687-4B7E-A688-45AFCF928084}">
  <ds:schemaRefs>
    <ds:schemaRef ds:uri="http://schemas.microsoft.com/sharepoint/v3/contenttype/forms"/>
  </ds:schemaRefs>
</ds:datastoreItem>
</file>

<file path=customXml/itemProps3.xml><?xml version="1.0" encoding="utf-8"?>
<ds:datastoreItem xmlns:ds="http://schemas.openxmlformats.org/officeDocument/2006/customXml" ds:itemID="{694F1D70-FD2B-4A47-A183-D168DEE4C460}">
  <ds:schemaRefs>
    <ds:schemaRef ds:uri="http://purl.org/dc/terms/"/>
    <ds:schemaRef ds:uri="http://schemas.openxmlformats.org/package/2006/metadata/core-properties"/>
    <ds:schemaRef ds:uri="http://schemas.microsoft.com/office/2006/documentManagement/types"/>
    <ds:schemaRef ds:uri="http://purl.org/dc/dcmitype/"/>
    <ds:schemaRef ds:uri="975623d9-b402-4d5d-93ad-3794de7d17b7"/>
    <ds:schemaRef ds:uri="http://purl.org/dc/elements/1.1/"/>
    <ds:schemaRef ds:uri="http://schemas.microsoft.com/office/2006/metadata/properti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788f0574-adf0-4820-ab8e-62198bfae84d}" enabled="1" method="Privileged" siteId="{c57d1a73-0e5c-464b-afb7-086dc67f3d46}" removed="0"/>
</clbl:labelList>
</file>

<file path=docProps/app.xml><?xml version="1.0" encoding="utf-8"?>
<Properties xmlns="http://schemas.openxmlformats.org/officeDocument/2006/extended-properties" xmlns:vt="http://schemas.openxmlformats.org/officeDocument/2006/docPropsVTypes">
  <TotalTime>402</TotalTime>
  <Words>1784</Words>
  <Application>Microsoft Office PowerPoint</Application>
  <PresentationFormat>Widescreen</PresentationFormat>
  <Paragraphs>167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Gothic</vt:lpstr>
      <vt:lpstr>Open Sans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Highmark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Lauricella, Alexandra M (Highmark Health)</dc:creator>
  <cp:lastModifiedBy>Yousuf Sait Ismail</cp:lastModifiedBy>
  <cp:revision>91</cp:revision>
  <dcterms:created xsi:type="dcterms:W3CDTF">2023-03-29T15:33:17Z</dcterms:created>
  <dcterms:modified xsi:type="dcterms:W3CDTF">2025-12-12T16:04:12Z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0x0101006E1E7B5D849F924AA087A2CEDEF97382</vt:lpwstr>
  </property>
  <property fmtid="{D5CDD505-2E9C-101B-9397-08002B2CF9AE}" pid="3" name="xd_ProgID">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GUID">
    <vt:lpwstr>cb07382e-e13d-48e9-ae56-d1c577ecc4bf</vt:lpwstr>
  </property>
  <property fmtid="{D5CDD505-2E9C-101B-9397-08002B2CF9AE}" pid="11" name="xd_Signature">
    <vt:bool>false</vt:bool>
  </property>
</Properties>
</file>